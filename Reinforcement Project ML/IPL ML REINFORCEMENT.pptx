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6BE01C-59D4-4901-9D42-16B98D5F0479}" v="5" dt="2026-01-28T02:14:28.7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.tamilceelan@outlook.com" userId="867dfa22be7b1551" providerId="LiveId" clId="{1DA1AC29-1BE8-4835-93E0-461023497617}"/>
    <pc:docChg chg="custSel modSld">
      <pc:chgData name="p.tamilceelan@outlook.com" userId="867dfa22be7b1551" providerId="LiveId" clId="{1DA1AC29-1BE8-4835-93E0-461023497617}" dt="2026-01-28T02:16:02.045" v="125" actId="20577"/>
      <pc:docMkLst>
        <pc:docMk/>
      </pc:docMkLst>
      <pc:sldChg chg="modSp mod">
        <pc:chgData name="p.tamilceelan@outlook.com" userId="867dfa22be7b1551" providerId="LiveId" clId="{1DA1AC29-1BE8-4835-93E0-461023497617}" dt="2026-01-28T02:16:02.045" v="125" actId="20577"/>
        <pc:sldMkLst>
          <pc:docMk/>
          <pc:sldMk cId="1482485216" sldId="256"/>
        </pc:sldMkLst>
        <pc:spChg chg="mod">
          <ac:chgData name="p.tamilceelan@outlook.com" userId="867dfa22be7b1551" providerId="LiveId" clId="{1DA1AC29-1BE8-4835-93E0-461023497617}" dt="2026-01-28T02:14:28.843" v="33" actId="27636"/>
          <ac:spMkLst>
            <pc:docMk/>
            <pc:sldMk cId="1482485216" sldId="256"/>
            <ac:spMk id="2" creationId="{3667727F-3C19-0070-E5BC-564BF072778F}"/>
          </ac:spMkLst>
        </pc:spChg>
        <pc:spChg chg="mod">
          <ac:chgData name="p.tamilceelan@outlook.com" userId="867dfa22be7b1551" providerId="LiveId" clId="{1DA1AC29-1BE8-4835-93E0-461023497617}" dt="2026-01-28T02:16:02.045" v="125" actId="20577"/>
          <ac:spMkLst>
            <pc:docMk/>
            <pc:sldMk cId="1482485216" sldId="256"/>
            <ac:spMk id="3" creationId="{A532FF42-37FD-8556-0D8C-1A64AF75E940}"/>
          </ac:spMkLst>
        </pc:spChg>
      </pc:sldChg>
      <pc:sldChg chg="modSp mod">
        <pc:chgData name="p.tamilceelan@outlook.com" userId="867dfa22be7b1551" providerId="LiveId" clId="{1DA1AC29-1BE8-4835-93E0-461023497617}" dt="2026-01-28T02:14:28.848" v="34" actId="27636"/>
        <pc:sldMkLst>
          <pc:docMk/>
          <pc:sldMk cId="1604059473" sldId="257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1604059473" sldId="257"/>
            <ac:spMk id="2" creationId="{4CA16E8C-EB8B-2626-4B22-909AF3B90115}"/>
          </ac:spMkLst>
        </pc:spChg>
        <pc:spChg chg="mod">
          <ac:chgData name="p.tamilceelan@outlook.com" userId="867dfa22be7b1551" providerId="LiveId" clId="{1DA1AC29-1BE8-4835-93E0-461023497617}" dt="2026-01-28T02:14:28.848" v="34" actId="27636"/>
          <ac:spMkLst>
            <pc:docMk/>
            <pc:sldMk cId="1604059473" sldId="257"/>
            <ac:spMk id="3" creationId="{F5FE43B3-B173-DCFE-C775-367701C39DBC}"/>
          </ac:spMkLst>
        </pc:spChg>
      </pc:sldChg>
      <pc:sldChg chg="modSp mod">
        <pc:chgData name="p.tamilceelan@outlook.com" userId="867dfa22be7b1551" providerId="LiveId" clId="{1DA1AC29-1BE8-4835-93E0-461023497617}" dt="2026-01-28T02:14:28.863" v="35" actId="27636"/>
        <pc:sldMkLst>
          <pc:docMk/>
          <pc:sldMk cId="1178034037" sldId="258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1178034037" sldId="258"/>
            <ac:spMk id="2" creationId="{5AC5A487-AF98-BB22-731D-6518466FCDE5}"/>
          </ac:spMkLst>
        </pc:spChg>
        <pc:spChg chg="mod">
          <ac:chgData name="p.tamilceelan@outlook.com" userId="867dfa22be7b1551" providerId="LiveId" clId="{1DA1AC29-1BE8-4835-93E0-461023497617}" dt="2026-01-28T02:14:28.863" v="35" actId="27636"/>
          <ac:spMkLst>
            <pc:docMk/>
            <pc:sldMk cId="1178034037" sldId="258"/>
            <ac:spMk id="3" creationId="{F6B134C2-9B29-160C-2FA2-58095728A78D}"/>
          </ac:spMkLst>
        </pc:spChg>
      </pc:sldChg>
      <pc:sldChg chg="modSp">
        <pc:chgData name="p.tamilceelan@outlook.com" userId="867dfa22be7b1551" providerId="LiveId" clId="{1DA1AC29-1BE8-4835-93E0-461023497617}" dt="2026-01-28T02:14:28.704" v="29"/>
        <pc:sldMkLst>
          <pc:docMk/>
          <pc:sldMk cId="3347852469" sldId="259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3347852469" sldId="259"/>
            <ac:spMk id="2" creationId="{30ADCE41-2C1F-E0F5-1B3E-90AD1AD8F3D3}"/>
          </ac:spMkLst>
        </pc:spChg>
      </pc:sldChg>
      <pc:sldChg chg="modSp">
        <pc:chgData name="p.tamilceelan@outlook.com" userId="867dfa22be7b1551" providerId="LiveId" clId="{1DA1AC29-1BE8-4835-93E0-461023497617}" dt="2026-01-28T02:14:28.704" v="29"/>
        <pc:sldMkLst>
          <pc:docMk/>
          <pc:sldMk cId="1394517917" sldId="260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1394517917" sldId="260"/>
            <ac:spMk id="2" creationId="{72E040DE-AC6C-EE20-95BD-4D51D2011B3A}"/>
          </ac:spMkLst>
        </pc:spChg>
      </pc:sldChg>
      <pc:sldChg chg="modSp mod">
        <pc:chgData name="p.tamilceelan@outlook.com" userId="867dfa22be7b1551" providerId="LiveId" clId="{1DA1AC29-1BE8-4835-93E0-461023497617}" dt="2026-01-28T02:14:28.868" v="36" actId="27636"/>
        <pc:sldMkLst>
          <pc:docMk/>
          <pc:sldMk cId="392266377" sldId="261"/>
        </pc:sldMkLst>
        <pc:spChg chg="mod">
          <ac:chgData name="p.tamilceelan@outlook.com" userId="867dfa22be7b1551" providerId="LiveId" clId="{1DA1AC29-1BE8-4835-93E0-461023497617}" dt="2026-01-28T02:14:28.868" v="36" actId="27636"/>
          <ac:spMkLst>
            <pc:docMk/>
            <pc:sldMk cId="392266377" sldId="261"/>
            <ac:spMk id="2" creationId="{9F512163-C421-5AC1-EF39-5BEA2107BF4B}"/>
          </ac:spMkLst>
        </pc:spChg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392266377" sldId="261"/>
            <ac:spMk id="3" creationId="{2C177BA1-B8CB-B7BA-4952-9F43B30AC8BD}"/>
          </ac:spMkLst>
        </pc:spChg>
      </pc:sldChg>
      <pc:sldChg chg="addSp delSp modSp mod">
        <pc:chgData name="p.tamilceelan@outlook.com" userId="867dfa22be7b1551" providerId="LiveId" clId="{1DA1AC29-1BE8-4835-93E0-461023497617}" dt="2026-01-28T02:13:47.398" v="27" actId="14100"/>
        <pc:sldMkLst>
          <pc:docMk/>
          <pc:sldMk cId="3641856457" sldId="262"/>
        </pc:sldMkLst>
        <pc:picChg chg="del mod">
          <ac:chgData name="p.tamilceelan@outlook.com" userId="867dfa22be7b1551" providerId="LiveId" clId="{1DA1AC29-1BE8-4835-93E0-461023497617}" dt="2026-01-28T02:08:44.778" v="1" actId="21"/>
          <ac:picMkLst>
            <pc:docMk/>
            <pc:sldMk cId="3641856457" sldId="262"/>
            <ac:picMk id="3" creationId="{4D6FD1DC-C87A-0BEE-720B-6AF5C9A2E332}"/>
          </ac:picMkLst>
        </pc:picChg>
        <pc:picChg chg="del">
          <ac:chgData name="p.tamilceelan@outlook.com" userId="867dfa22be7b1551" providerId="LiveId" clId="{1DA1AC29-1BE8-4835-93E0-461023497617}" dt="2026-01-28T02:13:03.127" v="18" actId="21"/>
          <ac:picMkLst>
            <pc:docMk/>
            <pc:sldMk cId="3641856457" sldId="262"/>
            <ac:picMk id="4" creationId="{4F0EC61C-4522-55F8-8D61-F8D32D80A300}"/>
          </ac:picMkLst>
        </pc:picChg>
        <pc:picChg chg="add del mod">
          <ac:chgData name="p.tamilceelan@outlook.com" userId="867dfa22be7b1551" providerId="LiveId" clId="{1DA1AC29-1BE8-4835-93E0-461023497617}" dt="2026-01-28T02:09:29.703" v="7" actId="21"/>
          <ac:picMkLst>
            <pc:docMk/>
            <pc:sldMk cId="3641856457" sldId="262"/>
            <ac:picMk id="6" creationId="{5769380A-D6B5-7E57-981B-5C7067204891}"/>
          </ac:picMkLst>
        </pc:picChg>
        <pc:picChg chg="add mod">
          <ac:chgData name="p.tamilceelan@outlook.com" userId="867dfa22be7b1551" providerId="LiveId" clId="{1DA1AC29-1BE8-4835-93E0-461023497617}" dt="2026-01-28T02:13:47.398" v="27" actId="14100"/>
          <ac:picMkLst>
            <pc:docMk/>
            <pc:sldMk cId="3641856457" sldId="262"/>
            <ac:picMk id="8" creationId="{B9707D99-2023-4D2E-AED5-A5B76F6B8F2E}"/>
          </ac:picMkLst>
        </pc:picChg>
        <pc:picChg chg="add mod">
          <ac:chgData name="p.tamilceelan@outlook.com" userId="867dfa22be7b1551" providerId="LiveId" clId="{1DA1AC29-1BE8-4835-93E0-461023497617}" dt="2026-01-28T02:13:42.044" v="26" actId="1076"/>
          <ac:picMkLst>
            <pc:docMk/>
            <pc:sldMk cId="3641856457" sldId="262"/>
            <ac:picMk id="10" creationId="{B23EA7FF-D194-B78F-8809-C75B16722094}"/>
          </ac:picMkLst>
        </pc:picChg>
      </pc:sldChg>
      <pc:sldChg chg="modSp mod">
        <pc:chgData name="p.tamilceelan@outlook.com" userId="867dfa22be7b1551" providerId="LiveId" clId="{1DA1AC29-1BE8-4835-93E0-461023497617}" dt="2026-01-28T02:14:28.795" v="30" actId="27636"/>
        <pc:sldMkLst>
          <pc:docMk/>
          <pc:sldMk cId="1829560702" sldId="263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1829560702" sldId="263"/>
            <ac:spMk id="2" creationId="{037ED61E-1E0F-E5D2-A5FD-1A330DA91AD3}"/>
          </ac:spMkLst>
        </pc:spChg>
        <pc:spChg chg="mod">
          <ac:chgData name="p.tamilceelan@outlook.com" userId="867dfa22be7b1551" providerId="LiveId" clId="{1DA1AC29-1BE8-4835-93E0-461023497617}" dt="2026-01-28T02:14:28.795" v="30" actId="27636"/>
          <ac:spMkLst>
            <pc:docMk/>
            <pc:sldMk cId="1829560702" sldId="263"/>
            <ac:spMk id="3" creationId="{6A2920F9-5213-855B-BCED-7D0238DFB2E7}"/>
          </ac:spMkLst>
        </pc:spChg>
      </pc:sldChg>
      <pc:sldChg chg="modSp mod">
        <pc:chgData name="p.tamilceelan@outlook.com" userId="867dfa22be7b1551" providerId="LiveId" clId="{1DA1AC29-1BE8-4835-93E0-461023497617}" dt="2026-01-28T02:14:28.823" v="31" actId="27636"/>
        <pc:sldMkLst>
          <pc:docMk/>
          <pc:sldMk cId="3544611297" sldId="264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3544611297" sldId="264"/>
            <ac:spMk id="2" creationId="{EC2AF202-2FE5-CAAE-0A3E-B85B46BABB29}"/>
          </ac:spMkLst>
        </pc:spChg>
        <pc:spChg chg="mod">
          <ac:chgData name="p.tamilceelan@outlook.com" userId="867dfa22be7b1551" providerId="LiveId" clId="{1DA1AC29-1BE8-4835-93E0-461023497617}" dt="2026-01-28T02:14:28.823" v="31" actId="27636"/>
          <ac:spMkLst>
            <pc:docMk/>
            <pc:sldMk cId="3544611297" sldId="264"/>
            <ac:spMk id="3" creationId="{460A915D-1B84-11AA-0E52-073AA7446637}"/>
          </ac:spMkLst>
        </pc:spChg>
      </pc:sldChg>
      <pc:sldChg chg="modSp">
        <pc:chgData name="p.tamilceelan@outlook.com" userId="867dfa22be7b1551" providerId="LiveId" clId="{1DA1AC29-1BE8-4835-93E0-461023497617}" dt="2026-01-28T02:14:28.704" v="29"/>
        <pc:sldMkLst>
          <pc:docMk/>
          <pc:sldMk cId="12648494" sldId="265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12648494" sldId="265"/>
            <ac:spMk id="2" creationId="{9CD47F09-99E6-57D0-1670-E024AF9A4FD7}"/>
          </ac:spMkLst>
        </pc:spChg>
      </pc:sldChg>
      <pc:sldChg chg="modSp mod">
        <pc:chgData name="p.tamilceelan@outlook.com" userId="867dfa22be7b1551" providerId="LiveId" clId="{1DA1AC29-1BE8-4835-93E0-461023497617}" dt="2026-01-28T02:14:28.840" v="32" actId="27636"/>
        <pc:sldMkLst>
          <pc:docMk/>
          <pc:sldMk cId="2541175500" sldId="266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2541175500" sldId="266"/>
            <ac:spMk id="2" creationId="{2785FC2E-E622-66D2-2AF9-C3F76FC6027C}"/>
          </ac:spMkLst>
        </pc:spChg>
        <pc:spChg chg="mod">
          <ac:chgData name="p.tamilceelan@outlook.com" userId="867dfa22be7b1551" providerId="LiveId" clId="{1DA1AC29-1BE8-4835-93E0-461023497617}" dt="2026-01-28T02:14:28.840" v="32" actId="27636"/>
          <ac:spMkLst>
            <pc:docMk/>
            <pc:sldMk cId="2541175500" sldId="266"/>
            <ac:spMk id="3" creationId="{C1370D8D-41F2-767F-179B-B685013AEEBA}"/>
          </ac:spMkLst>
        </pc:spChg>
      </pc:sldChg>
      <pc:sldChg chg="modSp">
        <pc:chgData name="p.tamilceelan@outlook.com" userId="867dfa22be7b1551" providerId="LiveId" clId="{1DA1AC29-1BE8-4835-93E0-461023497617}" dt="2026-01-28T02:14:28.704" v="29"/>
        <pc:sldMkLst>
          <pc:docMk/>
          <pc:sldMk cId="5430951" sldId="267"/>
        </pc:sldMkLst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5430951" sldId="267"/>
            <ac:spMk id="2" creationId="{C909A318-BDA7-1921-0BA5-44AF1E01A65F}"/>
          </ac:spMkLst>
        </pc:spChg>
        <pc:spChg chg="mod">
          <ac:chgData name="p.tamilceelan@outlook.com" userId="867dfa22be7b1551" providerId="LiveId" clId="{1DA1AC29-1BE8-4835-93E0-461023497617}" dt="2026-01-28T02:14:28.704" v="29"/>
          <ac:spMkLst>
            <pc:docMk/>
            <pc:sldMk cId="5430951" sldId="267"/>
            <ac:spMk id="3" creationId="{6A58E88B-FB18-B0F8-249F-48BECB5EAD0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29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03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472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72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1315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519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97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91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69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722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41256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0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575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096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1314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297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2A6CAC4-C37D-4784-B29D-9911C97F7D3D}" type="datetimeFigureOut">
              <a:rPr lang="en-IN" smtClean="0"/>
              <a:t>28-01-2026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6FDCAEB-EE47-4B66-9D21-C766F307D0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265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727F-3C19-0070-E5BC-564BF0727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819" y="92571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sz="5200" b="1" dirty="0">
                <a:solidFill>
                  <a:schemeClr val="tx1"/>
                </a:solidFill>
              </a:rPr>
              <a:t>IPL MATCH WINNER PREDICTION    </a:t>
            </a:r>
            <a:br>
              <a:rPr lang="en-IN" sz="5200" b="1" dirty="0">
                <a:solidFill>
                  <a:schemeClr val="tx1"/>
                </a:solidFill>
              </a:rPr>
            </a:br>
            <a:r>
              <a:rPr lang="en-IN" sz="5200" b="1" dirty="0">
                <a:solidFill>
                  <a:schemeClr val="tx1"/>
                </a:solidFill>
              </a:rPr>
              <a:t>   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2FF42-37FD-8556-0D8C-1A64AF75E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4439" y="3736258"/>
            <a:ext cx="8475405" cy="1904999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IN" sz="8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NAME : P.</a:t>
            </a:r>
            <a:r>
              <a:rPr lang="en-IN" sz="8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TAMIL CEELAN</a:t>
            </a:r>
            <a:r>
              <a:rPr lang="en-IN" sz="8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                                   DATE: 28-01-2026 </a:t>
            </a:r>
          </a:p>
          <a:p>
            <a:pPr algn="just"/>
            <a:endParaRPr lang="en-IN" sz="8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IN" sz="8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8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COURSE: DATA ANALYTICS &amp; DATA SCIENCE                  BATCH: AUGUST-2025</a:t>
            </a:r>
            <a:endParaRPr lang="en-IN" sz="8000" b="1" dirty="0">
              <a:solidFill>
                <a:schemeClr val="tx1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485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16E8C-EB8B-2626-4B22-909AF3B9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E43B3-B173-DCFE-C775-367701C39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primary objective of the IPL Match Winner Prediction project is to develop a reliable machine learning model capable of forecasting the winner of the IPL match. This objective is achieved through the analysis of a historical dataset spanning from 2008 to 2019, comprising 756 match records.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The model focuses on predicting match outcomes using information available prior to or at the start of the game, including the competing teams, toss winner, and toss </a:t>
            </a:r>
            <a:r>
              <a:rPr lang="en-US" dirty="0" err="1">
                <a:solidFill>
                  <a:schemeClr val="tx1"/>
                </a:solidFill>
              </a:rPr>
              <a:t>decision.Additionally</a:t>
            </a:r>
            <a:r>
              <a:rPr lang="en-US" dirty="0">
                <a:solidFill>
                  <a:schemeClr val="tx1"/>
                </a:solidFill>
              </a:rPr>
              <a:t>, the project aims to implement, evaluate, and compare multiple supervised machine learning algorithms.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5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DCE41-2C1F-E0F5-1B3E-90AD1AD8F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5FDBE-D38D-B195-960C-37FBF8365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658" y="2102207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Analyze historical IPL match data for insights.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Training multiple machine learning models.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Comparing model performance to identifying best performing model.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7852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A487-AF98-BB22-731D-6518466F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134C2-9B29-160C-2FA2-58095728A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IPL dataset contains </a:t>
            </a:r>
            <a:r>
              <a:rPr lang="en-IN" dirty="0">
                <a:solidFill>
                  <a:schemeClr val="tx1"/>
                </a:solidFill>
              </a:rPr>
              <a:t>matches played from </a:t>
            </a:r>
            <a:r>
              <a:rPr lang="en-IN" b="1" dirty="0">
                <a:solidFill>
                  <a:schemeClr val="tx1"/>
                </a:solidFill>
              </a:rPr>
              <a:t>2008 to 2019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The dataset has 18 columns and 756 rows.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Each row represents one match.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  Key Features: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Team1 &amp; Team2 : Competing Teams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Toss Winner        : Team that won toss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Toss Decision      : Batting or Fielding 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Venue                  : Name of Stadium 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Winner                : Match winner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8034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040DE-AC6C-EE20-95BD-4D51D2011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00ED9-8B17-DC9D-79DF-2359ADC7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267" y="1845734"/>
            <a:ext cx="10058400" cy="402336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Data cleaning is a crucial phase in any machine learning project, as the performance and reliability of a model largely depend on the quality of the input data.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STEPS IN DATA CLEANING</a:t>
            </a:r>
          </a:p>
          <a:p>
            <a:pPr marL="457200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HANDLING MISSING VALUES</a:t>
            </a:r>
          </a:p>
          <a:p>
            <a:pPr marL="457200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STANDARDIZING TEAM NAMES</a:t>
            </a:r>
          </a:p>
          <a:p>
            <a:pPr marL="457200" indent="-457200" algn="just">
              <a:buClr>
                <a:schemeClr val="tx1"/>
              </a:buClr>
              <a:buFont typeface="+mj-lt"/>
              <a:buAutoNum type="arabicPeriod"/>
            </a:pPr>
            <a:r>
              <a:rPr lang="en-IN" dirty="0">
                <a:solidFill>
                  <a:schemeClr val="tx1"/>
                </a:solidFill>
              </a:rPr>
              <a:t>REMOVING IRRELEVANT COLUMNS</a:t>
            </a:r>
          </a:p>
        </p:txBody>
      </p:sp>
    </p:spTree>
    <p:extLst>
      <p:ext uri="{BB962C8B-B14F-4D97-AF65-F5344CB8AC3E}">
        <p14:creationId xmlns:p14="http://schemas.microsoft.com/office/powerpoint/2010/main" val="139451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12163-C421-5AC1-EF39-5BEA2107B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tx1"/>
                </a:solidFill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77BA1-B8CB-B7BA-4952-9F43B30AC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Exploratory Data Analysis (EDA) was performed to understand the underlying structure and patterns within the dataset by examining relationships between key variables such as teams, venues, toss decisions etc.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EDA Insights:</a:t>
            </a:r>
          </a:p>
          <a:p>
            <a:r>
              <a:rPr lang="en-US" dirty="0">
                <a:solidFill>
                  <a:schemeClr val="tx1"/>
                </a:solidFill>
              </a:rPr>
              <a:t>Teams like CSK and MI consistently had higher wins. </a:t>
            </a:r>
          </a:p>
          <a:p>
            <a:r>
              <a:rPr lang="en-US" dirty="0">
                <a:solidFill>
                  <a:schemeClr val="tx1"/>
                </a:solidFill>
              </a:rPr>
              <a:t>Toss winning gives marginal edge but does not guarantee victory. </a:t>
            </a:r>
          </a:p>
          <a:p>
            <a:r>
              <a:rPr lang="en-US" dirty="0">
                <a:solidFill>
                  <a:schemeClr val="tx1"/>
                </a:solidFill>
              </a:rPr>
              <a:t>Some teams performed significantly better at their home ground.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26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C4B18-8949-5770-5BE3-6ACE6037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286603"/>
            <a:ext cx="10903974" cy="1450757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EXPLORATORY DATA ANALYSIS (EDA) VISUALS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707D99-2023-4D2E-AED5-A5B76F6B8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77" y="1946787"/>
            <a:ext cx="5889523" cy="40410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3EA7FF-D194-B78F-8809-C75B16722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961" y="1946787"/>
            <a:ext cx="5270092" cy="404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56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D61E-1E0F-E5D2-A5FD-1A330DA91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MACHINE LEARNING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920F9-5213-855B-BCED-7D0238DFB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  </a:t>
            </a:r>
            <a:r>
              <a:rPr lang="en-IN" b="1" dirty="0">
                <a:solidFill>
                  <a:schemeClr val="tx1"/>
                </a:solidFill>
              </a:rPr>
              <a:t>Supervised Learning: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Supervised Learning is a machine learning approach where models are trained on labeled data to learn the relationship between input features and known outputs, enabling accurate predictions on new data.</a:t>
            </a:r>
            <a:endParaRPr lang="en-IN" dirty="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IN" b="1" dirty="0">
                <a:solidFill>
                  <a:schemeClr val="tx1"/>
                </a:solidFill>
              </a:rPr>
              <a:t>  Supervised Machine Learning Models Used: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Logistic Regression 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Support Vector Machine (SVM) 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K-Nearest Neighbours (KNN) 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Decision Trees </a:t>
            </a:r>
          </a:p>
          <a:p>
            <a:pPr algn="just"/>
            <a:r>
              <a:rPr lang="en-IN" dirty="0">
                <a:solidFill>
                  <a:schemeClr val="tx1"/>
                </a:solidFill>
              </a:rPr>
              <a:t>Random Forest </a:t>
            </a:r>
          </a:p>
          <a:p>
            <a:pPr algn="just"/>
            <a:r>
              <a:rPr lang="en-IN" dirty="0" err="1">
                <a:solidFill>
                  <a:schemeClr val="tx1"/>
                </a:solidFill>
              </a:rPr>
              <a:t>XGBoost</a:t>
            </a:r>
            <a:r>
              <a:rPr lang="en-IN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9560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F202-2FE5-CAAE-0A3E-B85B46BA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A915D-1B84-11AA-0E52-073AA7446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155" y="1442167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Model Evaluation is the process of assessing the trained machine learning model’s performance </a:t>
            </a:r>
          </a:p>
          <a:p>
            <a:pPr marL="0" indent="0" algn="just">
              <a:buNone/>
            </a:pPr>
            <a:r>
              <a:rPr lang="en-US" dirty="0">
                <a:solidFill>
                  <a:schemeClr val="tx1"/>
                </a:solidFill>
              </a:rPr>
              <a:t>using appropriate metrics to determine its accuracy and ability to generalize to unseen data.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chemeClr val="tx1"/>
                </a:solidFill>
              </a:rPr>
              <a:t>Evaluation Metrics Used: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Accuracy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Precision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Recall </a:t>
            </a:r>
          </a:p>
          <a:p>
            <a:pPr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F1-Score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FAE79F-6742-42A6-45AC-4416E5638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315" y="3072171"/>
            <a:ext cx="5898136" cy="241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11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7F09-99E6-57D0-1670-E024AF9A4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MODEL COMPARISION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41F12-0556-0AE8-0FF8-930DC45B6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1257" y="1825625"/>
            <a:ext cx="10515600" cy="1694323"/>
          </a:xfrm>
        </p:spPr>
        <p:txBody>
          <a:bodyPr>
            <a:normAutofit/>
          </a:bodyPr>
          <a:lstStyle/>
          <a:p>
            <a:pPr algn="just"/>
            <a:r>
              <a:rPr lang="en-US" altLang="en-US" dirty="0">
                <a:solidFill>
                  <a:schemeClr val="tx1"/>
                </a:solidFill>
              </a:rPr>
              <a:t>Multiple machine learning models were trained and evaluated using the same dataset. Among all the models SVM had higher accuracy and was selected as the best Model for IPL dataset.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AE8BF-5C21-0A3C-4BDE-FAAF5C10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44" y="2672786"/>
            <a:ext cx="5898136" cy="241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9A318-BDA7-1921-0BA5-44AF1E01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8E88B-FB18-B0F8-249F-48BECB5EA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</a:rPr>
              <a:t>Cities like Mumbai and Kolkata show high match frequencies.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Teams who win toss most likely wins the matches.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CSK and MI has the highest wins.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Teams Choosing fielding first tend to score their targets easily. 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0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5FC2E-E622-66D2-2AF9-C3F76FC6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70D8D-41F2-767F-179B-B685013AE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>
                <a:solidFill>
                  <a:schemeClr val="tx1"/>
                </a:solidFill>
              </a:rPr>
              <a:t>This project successfully demonstrates the effectiveness of machine learning techniques for predicting IPL match outcomes. Comprehensive data cleaning, in-depth exploratory data analysis, and careful feature engineering ensured the creation of a high-quality and reliable dataset. After evaluating multiple machine learning models, the Support Vector Machine (SVM) achieved the highest accuracy following hyperparameter tuning, highlighting its suitability and effectiveness for the prediction.</a:t>
            </a:r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175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44004-E878-7D72-129B-87CAF2F2D594}"/>
              </a:ext>
            </a:extLst>
          </p:cNvPr>
          <p:cNvSpPr txBox="1">
            <a:spLocks/>
          </p:cNvSpPr>
          <p:nvPr/>
        </p:nvSpPr>
        <p:spPr>
          <a:xfrm>
            <a:off x="1351935" y="2489028"/>
            <a:ext cx="10058400" cy="145075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6000" b="1" dirty="0"/>
              <a:t>                </a:t>
            </a:r>
            <a:r>
              <a:rPr lang="en-IN" sz="6000" b="1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568403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213</TotalTime>
  <Words>594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Garamond</vt:lpstr>
      <vt:lpstr>Organic</vt:lpstr>
      <vt:lpstr>IPL MATCH WINNER PREDICTION         USING MACHINE LEARNING</vt:lpstr>
      <vt:lpstr>INTRODUCTION</vt:lpstr>
      <vt:lpstr>PROJECT OBJECTIVE</vt:lpstr>
      <vt:lpstr>DATASET OVERVIEW</vt:lpstr>
      <vt:lpstr>DATA CLEANING</vt:lpstr>
      <vt:lpstr>EXPLORATORY DATA ANALYSIS (EDA)</vt:lpstr>
      <vt:lpstr>EXPLORATORY DATA ANALYSIS (EDA) VISUALS</vt:lpstr>
      <vt:lpstr>MACHINE LEARNING MODEL</vt:lpstr>
      <vt:lpstr>EVALUATION METRICS</vt:lpstr>
      <vt:lpstr>MODEL COMPARISION</vt:lpstr>
      <vt:lpstr>INSIGHTS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Vikass Aravind</dc:creator>
  <cp:lastModifiedBy>p.tamilceelan@outlook.com</cp:lastModifiedBy>
  <cp:revision>5</cp:revision>
  <dcterms:created xsi:type="dcterms:W3CDTF">2026-01-24T14:26:48Z</dcterms:created>
  <dcterms:modified xsi:type="dcterms:W3CDTF">2026-01-28T02:16:29Z</dcterms:modified>
</cp:coreProperties>
</file>